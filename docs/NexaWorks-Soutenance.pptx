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333" autoAdjust="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84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fr-FR"/>
              <a:t/>
            </a:r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  <a:r>
              <a:rPr lang="fr-F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r>
              <a:rPr lang="en-US"/>
              <a:t/>
            </a:r>
          </a:p>
          <a:p>
            <a:r>
              <a:rPr lang="en-US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</a:p>
          <a:p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</a:p>
          <a:p>
            <a:r>
              <a:rPr lang="en-US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</a:p>
          <a:p>
            <a:r>
              <a:rPr lang="en-US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r>
              <a:rPr lang="en-US"/>
              <a:t/>
            </a:r>
          </a:p>
          <a:p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  <a:r>
              <a:rPr lang="en-US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868680"/>
            <a:ext cx="1463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987552"/>
            <a:ext cx="1225296" cy="1225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NexaWorks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de suivi des problèmes logiciels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6 — Conception et création d'une base de données pour une application .NET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58064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5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présenté par </a:t>
            </a:r>
            <a:r>
              <a:rPr lang="en-US" sz="15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Dominique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contexte et le besoin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NexaWorks édite plusieurs logiciels.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85292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74320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produits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en plusieurs versions (1.0, 1.1, 2.0...).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58444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1161288" y="347472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systèmes d'exploitation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MacOS, Linux, Android, iOS, Windows Mobile.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68680" y="431596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420624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problèmes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tickets à suivre par version et par OS.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68680" y="504748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1161288" y="493776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existant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la mission : concevoir et créer la base.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 mission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606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le modèle de données, créer la base, la remplir de données d'exemple, puis fournir les requêtes pour l'interroger.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4892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branchera ensuite une API et un site web sur cette base.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solution en fonctionnement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les explications : la base est créée, remplie et interrogeable.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889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enregistrés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91840" y="2103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91840" y="2889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couvertes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0" y="21031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035040" y="2889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reliées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2880360"/>
          </a:xfrm>
          <a:prstGeom prst="roundRect">
            <a:avLst>
              <a:gd name="adj" fmla="val 1905"/>
            </a:avLst>
          </a:prstGeom>
          <a:solidFill>
            <a:srgbClr val="10151C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685032"/>
            <a:ext cx="10652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dotnet run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cours (tous les produits)          : </a:t>
            </a:r>
            <a:r>
              <a:rPr lang="en-US" sz="14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tickets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Résolus, Trader en Herbe, version 1.2 : </a:t>
            </a:r>
            <a:r>
              <a:rPr lang="en-US" sz="14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tickets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Contenant le mot-clé </a:t>
            </a: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"batterie"</a:t>
            </a:r>
            <a:r>
              <a:rPr lang="en-US" sz="14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:  1 ticket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Rencontrés en juin 2026               : </a:t>
            </a:r>
            <a:r>
              <a:rPr lang="en-US" sz="14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tickets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les 20 demandes répondent, résultats justes.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modèle entité-association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3504" y="2148840"/>
            <a:ext cx="109728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5" name="Image 0" descr="schema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14600"/>
            <a:ext cx="1042416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tables : Produit, Version, OS, Compatibilite, Statut et Ticket, reliées par leurs clés.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 choix de conception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82880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3e forme normale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d'un ticket n'est pas stocké, il se déduit.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65176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d'association Compatibilite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plusieurs-à-plusieurs version / OS.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58444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47472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d'unicité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 deux fois le même couple version + OS.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40740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29768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ticket pointe vers une compatibilité valide</a:t>
            </a:r>
            <a:r>
              <a:rPr lang="en-US" sz="1450" b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couple Version + OS déjà validé, donc jamais incohérent.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23036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5120640"/>
            <a:ext cx="5102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Version en </a:t>
            </a: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1.2 » est une étiquette, pas un nombre.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à retenir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260604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3e forme normale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 de stocker deux fois la même information : chaque donnée vit à un seul endroit.
</a:t>
            </a: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contraintes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(clé étrangère, unicité) font que la base </a:t>
            </a:r>
            <a:r>
              <a:rPr lang="en-US" sz="145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elle-même les incohérences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sans compter sur le code.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 25 tickets d'exemple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problèmes réalistes, couvrant largement produits, versions et 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26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91840" y="2240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291840" y="3026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0" y="2240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035040" y="30266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d'OS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778240" y="30266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tickets résolus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leur date et leur solution.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tickets en cours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date ni solution de résolution.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Deux tickets expliqués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1 — Trader en Herbe 1.0 / Windows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PC en langue française, tous les cours de bourse s'affichent à 0,00.
</a:t>
            </a: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programme lisait les prix au format local (virgule) alors que le service renvoie un point décimal. On force un format fixe (InvariantCulture), et les prix se lisent correctement.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 6 — Trader en Herbe 1.2 / Windows Mobile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une vente, le solde du portefeuille ne se met pas à jour à l'écran.
</a:t>
            </a:r>
            <a:r>
              <a:rPr lang="en-US" sz="1400" b="1" dirty="0">
                <a:solidFill>
                  <a:srgbClr val="7EE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changeait en mémoire mais l'écran n'était pas prévenu. On ajoute la notification de changement (INotifyPropertyChanged) et l'affichage se met à jour tout seul.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création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création : Code-First (Entity Framework Core)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9280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1783080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Code-First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courante en entreprise, valorisée en entretien.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67004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560320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j'écris des classes C#, EF Core en génère la base.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44728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337560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10 et EF Core 10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versions les plus récentes.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22452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114800"/>
            <a:ext cx="5285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complément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schéma aussi en SQL pur (SSMS).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0" y="182880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10151C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993392"/>
            <a:ext cx="48006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{ get; set; 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DateOnly 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DateCreation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CompatibiliteId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dotnet ef migrations add Init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dotnet ef database update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données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 remplissage de la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de remplissage crée les objets, les relie, et enregistre en une fois.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28600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24231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3816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4297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41605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43400" y="4297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343400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160520"/>
            <a:ext cx="3520440" cy="1600200"/>
          </a:xfrm>
          <a:prstGeom prst="roundRect">
            <a:avLst>
              <a:gd name="adj" fmla="val 342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38160" y="4297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138160" y="5120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interrogation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L'optimisation des requêtes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demandes  </a:t>
            </a:r>
            <a:r>
              <a:rPr lang="en-US" sz="2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2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 seule requête paramétrée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20 requêtes ne diffèrent que par cinq critères, tous optionnels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3429000"/>
            <a:ext cx="320040" cy="32004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53512" y="3200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22192" y="3429000"/>
            <a:ext cx="320040" cy="32004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3822192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53512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221224" y="3200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3429000"/>
            <a:ext cx="320040" cy="32004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16" name="Text 14"/>
          <p:cNvSpPr/>
          <p:nvPr/>
        </p:nvSpPr>
        <p:spPr>
          <a:xfrm>
            <a:off x="6089904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21224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88936" y="3200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57616" y="3429000"/>
            <a:ext cx="320040" cy="32004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0" name="Text 18"/>
          <p:cNvSpPr/>
          <p:nvPr/>
        </p:nvSpPr>
        <p:spPr>
          <a:xfrm>
            <a:off x="8357616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88936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756648" y="3200400"/>
            <a:ext cx="205740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625328" y="3429000"/>
            <a:ext cx="320040" cy="320040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4" name="Text 22"/>
          <p:cNvSpPr/>
          <p:nvPr/>
        </p:nvSpPr>
        <p:spPr>
          <a:xfrm>
            <a:off x="10625328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56648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Mots-clés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critère laissé vide est ignoré : une seule requête répond à toute la liste.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interrogation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Deux implémentations, mêmes résultats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LINQ 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10151C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21992"/>
            <a:ext cx="50749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q = context.Ticket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.Where(t =&gt; </a:t>
            </a: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null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|| t.Statut.Nom == </a:t>
            </a: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statut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.Where(t =&gt; t.Probleme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.Contains(</a:t>
            </a:r>
            <a:r>
              <a:rPr lang="en-US" sz="12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.ToList();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72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Procédure stockée  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5440680" cy="2743200"/>
          </a:xfrm>
          <a:prstGeom prst="roundRect">
            <a:avLst>
              <a:gd name="adj" fmla="val 2000"/>
            </a:avLst>
          </a:prstGeom>
          <a:solidFill>
            <a:srgbClr val="10151C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221992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</a:t>
            </a:r>
            <a:r>
              <a:rPr lang="en-US" sz="12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ObtenirTickets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@Statut NVARCHAR(50) = </a:t>
            </a: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(</a:t>
            </a:r>
            <a:r>
              <a:rPr lang="en-US" sz="12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@Statut IS NULL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OR s.Nom = @Statut)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(@MotCle IS NULL OR ...)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5184648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5074920"/>
            <a:ext cx="10680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résultats 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approches renvoient exactement 11, 2, 1, 5 ... pour les 20 demandes.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livrables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 et sauvegarde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Documentation des requêtes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Excel documente les 20 demandes : </a:t>
            </a:r>
            <a:r>
              <a:rPr lang="en-US" sz="14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but, paramètres, résultat escompté et résultat obtenu 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 vrais comptes sur la base).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40680" cy="4023360"/>
          </a:xfrm>
          <a:prstGeom prst="roundRect">
            <a:avLst>
              <a:gd name="adj" fmla="val 13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Sauvegarde complète (dump)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copie intégrale de la base au format </a:t>
            </a:r>
            <a:r>
              <a:rPr lang="en-US" sz="1450" b="1" dirty="0">
                <a:solidFill>
                  <a:srgbClr val="79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.bak</a:t>
            </a:r>
            <a:r>
              <a:rPr lang="en-US" sz="14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restaurable sur n'importe quel serveur SQL Server, déposée sur GitHub avec tout le projet.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bilan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que ce projet m'a apporté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359152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58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schéma normalisé (3e forme normale) à partir d'un besoin.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3273552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729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avec EF Core 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classes C# à la vraie base de données.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4187952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0873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et SQL, </a:t>
            </a:r>
            <a:r>
              <a:rPr lang="en-US" sz="160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l'optimisation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requêtes.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5102352"/>
            <a:ext cx="128016" cy="128016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50017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 </a:t>
            </a: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sauvegarde, et un dépôt GitHub clair.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0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merci de votre attention  —  vos questions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1721</Words>
  <Application>Microsoft Office PowerPoint</Application>
  <PresentationFormat>Grand écran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NexaWorks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NexaWorks - Base de données de suivi des problèmes</dc:title>
  <dc:subject>PptxGenJS Presentation</dc:subject>
  <dc:creator>Dominique</dc:creator>
  <cp:lastModifiedBy>dominique</cp:lastModifiedBy>
  <cp:revision>18</cp:revision>
  <dcterms:created xsi:type="dcterms:W3CDTF">2026-08-11T17:57:56Z</dcterms:created>
  <dcterms:modified xsi:type="dcterms:W3CDTF">2026-08-12T15:37:31Z</dcterms:modified>
</cp:coreProperties>
</file>